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1"/>
  </p:notesMasterIdLst>
  <p:handoutMasterIdLst>
    <p:handoutMasterId r:id="rId12"/>
  </p:handoutMasterIdLst>
  <p:sldIdLst>
    <p:sldId id="257" r:id="rId4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7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05/28/21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05/28/21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93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05/28/21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ĐI CHỢ TIỆN LỢI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Thiết kế backend</a:t>
            </a:r>
          </a:p>
          <a:p>
            <a:r>
              <a:rPr lang="en-US" sz="1800" b="0" dirty="0"/>
              <a:t>IT4788 – Phát triển ứng dụng đa nền tảng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520440" y="1051560"/>
            <a:ext cx="5212080" cy="5303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Tổng quan và kiến trúc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1.  Vai trò, công nghệ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2.  Kiến trúc phân tầng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262626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Dữ liệu và API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3.  Thiết kế cơ sở dữ liệu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4.  Thiết kế API, đề xuất sửa đặc tả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262626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Bảo mật và nghiệp vụ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5.  Xác thực, phân quyền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6.  Các luồng nghiệp vụ chính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262626"/>
                </a:solidFill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C02034"/>
                </a:solidFill>
              </a:rPr>
              <a:t>Triển khai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62626"/>
                </a:solidFill>
              </a:rPr>
              <a:t>7.  Kiểm thử, lộ trình, kết luận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262626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Vai trò và phạm vi của backend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2626"/>
                </a:solidFill>
              </a:rPr>
              <a:t>Ứng dụng di động chỉ lo giao diện. Dữ liệu, quy tắc nghiệp vụ, quyền truy cập và việc nền nằm ở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collection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73736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4688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nhóm API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(50+ endpoint)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0016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173736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4688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cấp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phân quyền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67144" y="1691640"/>
            <a:ext cx="1920240" cy="13258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173736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C02034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24688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dịch vụ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bên ngoài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45643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Lưu và chia sẻ dữ liệu nhóm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23317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Tài khoản, nhóm gia đình, thực phẩm, tủ lạnh, danh sách đi chợ, bữa ăn, công thức.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328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45643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Xác thực và phân quyền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69080"/>
            <a:ext cx="23317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JWT access và refresh token.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Quản trị viên, trưởng nhóm, thành viên.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29184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217920" y="347472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45643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Việc nền và dịch vụ ngoài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69080"/>
            <a:ext cx="233172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Cron quét hạn sử dụng mỗi ngày.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Cloudinary, Gmail SMTP, Expo Push.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sử dụng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412480" cy="4754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240"/>
                <a:gridCol w="3017520"/>
                <a:gridCol w="347472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Thành phần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Công nghệ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Lý do chọn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Backend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Node.js + Express + Mongoose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Khớp đặc tả API của đề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Cơ sở dữ liệu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MongoDB Atlas (M0)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Miễn phí, dùng chung cả nhóm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Xác thực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JWT (access + refresh)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Đúng API làm mới token của đề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Lưu ảnh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Cloudinary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Không mất ảnh khi triển khai lại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Email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Nodemailer + Gmail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Gửi mã xác minh 6 số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Thông báo đẩy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Expo Push Service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Nhắc hết hạn trước 3 ngày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Lập lịch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node-cron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Quét hạn sử dụng hằng ngày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Triển khai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Render.com hoặc Railway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Có sẵn HTTPS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62626"/>
                          </a:solidFill>
                        </a:rPr>
                        <a:t>Kiểm thử API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Postman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</a:rPr>
                        <a:t>Đề cung cấp collection mẫu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7607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Mã lỗi 00023 (ObjectId) cho thấy đề gốc dùng MongoDB, nên backend chọn Node.js + MongoDB.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tổng thể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 descr="fig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7" y="822960"/>
            <a:ext cx="7446784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733288"/>
            <a:ext cx="8412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Client chỉ nói chuyện với server qua HTTPS và JSON. Mọi dịch vụ ngoài đều do tầng Services gọi, cron job dùng lại chính các service đó.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tầng và luồng một request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" y="868680"/>
            <a:ext cx="8328355" cy="21031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576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021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Phân tầng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23317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Controller không chạm Model. Logic nằm ở Service, dùng lại cho app và admin, viết test đơn vị được.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8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5021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Đồng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114800"/>
            <a:ext cx="23317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Mọi response đều có dạng code, message, data, kể cả khi thất bại.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3375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0" y="352044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50215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62626"/>
                </a:solidFill>
              </a:rPr>
              <a:t>Trong suốt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23317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62626"/>
                </a:solidFill>
              </a:rPr>
              <a:t>Mọi lỗi ném qua AppError, một errorHandler duy nhất bắt ở cuối chuỗi.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Mô hình dữ liệu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 descr="fig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2" y="822960"/>
            <a:ext cx="7872314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8932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foods là collection trung tâm. Dữ liệu nghiệp vụ gắn với nhóm qua groupId; categories và units dùng chung toàn hệ thống.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Ràng buộc và chỉ mục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023360" cy="51663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2034"/>
                </a:solidFill>
              </a:rPr>
              <a:t>Ràng buộc nghiệp vụ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1.  </a:t>
            </a:r>
            <a:r>
              <a:rPr sz="1500" b="0">
                <a:solidFill>
                  <a:srgbClr val="262626"/>
                </a:solidFill>
              </a:rPr>
              <a:t>Mỗi người dùng chỉ thuộc một nhóm (00093)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2.  </a:t>
            </a:r>
            <a:r>
              <a:rPr sz="1500" b="0">
                <a:solidFill>
                  <a:srgbClr val="262626"/>
                </a:solidFill>
              </a:rPr>
              <a:t>Tên thực phẩm duy nhất trong nhóm (00151)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3.  </a:t>
            </a:r>
            <a:r>
              <a:rPr sz="1500" b="0">
                <a:solidFill>
                  <a:srgbClr val="262626"/>
                </a:solidFill>
              </a:rPr>
              <a:t>Mỗi thực phẩm một mục trong tủ lạnh của nhóm (00199)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4.  </a:t>
            </a:r>
            <a:r>
              <a:rPr sz="1500" b="0">
                <a:solidFill>
                  <a:srgbClr val="262626"/>
                </a:solidFill>
              </a:rPr>
              <a:t>Mỗi món một lần trong một danh sách mua sắm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C02034"/>
                </a:solidFill>
              </a:rPr>
              <a:t>5.  </a:t>
            </a:r>
            <a:r>
              <a:rPr sz="1500" b="0">
                <a:solidFill>
                  <a:srgbClr val="262626"/>
                </a:solidFill>
              </a:rPr>
              <a:t>Chưa vào nhóm thì chỉ dùng API tài khoản (00096)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868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2034"/>
                </a:solidFill>
              </a:rPr>
              <a:t>Chỉ mục cần tạo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17720" y="1325880"/>
          <a:ext cx="4160520" cy="49926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25880"/>
                <a:gridCol w="283464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Collection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Chỉ mục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users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email, username (duy nhất)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foods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name (duy nhất)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fridgeitems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foodId (duy nhất); expiryDate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tasks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listId + foodId (duy nhất)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mealplans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timestamp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logs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groupId + createdAt giảm dần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Khuôn response thống nhất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</a:rPr>
              <a:t>Thành công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4572000" cy="201168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"code": "00047",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"message": "Bạn đã đăng nhập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           thành công.",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"data": { ... }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</a:rPr>
              <a:t>Thất bại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40480"/>
            <a:ext cx="4572000" cy="201168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"code": "00045",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"message": "Email hoặc mật khẩu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           không hợp lệ.",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  "data": null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8686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033271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Địa chỉ gốc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Dev: localhost:5000/it4788/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Prod: https://&lt;tên-miền&gt;/it4788/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606039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77063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Mã lỗi tập trung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200399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Hơn 200 mã nằm trong một file responseCode.js; không gõ tay mã lỗi.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43434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4507992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262626"/>
                </a:solidFill>
              </a:rPr>
              <a:t>Dựa vào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93776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App xử lý theo trường code, không theo HTTP status.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Các nhóm API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68680"/>
          <a:ext cx="8412480" cy="47548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448056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Nhóm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Endpoint chính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Chức năng</a:t>
                      </a:r>
                    </a:p>
                  </a:txBody>
                  <a:tcPr marL="73152" marR="73152" marT="36576" marB="36576" anchor="ctr">
                    <a:solidFill>
                      <a:srgbClr val="C0203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Xác thực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/user/login, /user, /logout, /refresh-token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Đăng nhập, xác minh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Tài khoản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 (GET, PUT, DELETE), /change-password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Hồ sơ cá nhân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Nhóm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/user/group, /user/group/add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Nhóm gia đình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Danh mục, đơn vị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/admin/category, /admin/unit, /admin/logs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Quản trị hệ thống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Thực phẩm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/food (CRUD, tải ảnh)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Kho thực phẩm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Tủ lạnh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/fridge (CRUD)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Theo dõi hạn dùng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Đi chợ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/shopping, /shopping/task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Danh sách, phân công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Bữa ăn, công thức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/meal, /recipe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Lịch ăn, công thức</a:t>
                      </a:r>
                    </a:p>
                  </a:txBody>
                  <a:tcPr marL="73152" marR="73152" marT="36576" marB="36576" anchor="ctr">
                    <a:solidFill>
                      <a:srgbClr val="FBE9E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2626"/>
                          </a:solidFill>
                        </a:rPr>
                        <a:t>Bổ sung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Consolas"/>
                        </a:rPr>
                        <a:t>/food/search, /meal/suggestion, /report/*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2626"/>
                          </a:solidFill>
                        </a:rPr>
                        <a:t>Tìm, gợi ý, thống kê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57607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Toàn bộ endpoint nằm dưới địa chỉ gốc /it4788/ và đều trả response theo khuôn chuẩn.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Điều chỉnh đặc tả và API bổ sung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160520" cy="516636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4 lỗi nghiêm trọng đã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Tải ảnh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Content-Type phải là multipart/form-data, không phải x-www-form-urlencoded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Logout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Yêu cầu Bearer Token để thu hồi refresh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Tạo nhóm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Thêm body groupName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</a:rPr>
              <a:t>Sửa task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Bổ sung newQuantity, đúng với mã 00302, 00304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868680"/>
            <a:ext cx="4160520" cy="51663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0058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6 chức năng API còn thiếu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5087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Tìm kiếm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/food/search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67712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Gợi ý món ăn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/meal/suggestion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26664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Thống kê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GET /report/shopping, consumption,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785615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Device token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PUT /user/device-token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54456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Đã mua xong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PATCH /shopping/task/:id/complete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30352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262626"/>
                </a:solidFill>
              </a:rPr>
              <a:t>Vị trí trong tủ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595959"/>
                </a:solidFill>
                <a:latin typeface="Consolas"/>
              </a:rPr>
              <a:t>Trường location của fridge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Xác thực và phân quyền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Đăng nhập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email + mật khẩu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23444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4328" y="960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Access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13716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hiệu lực 1 giờ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23444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16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960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Refresh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1456" y="13716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hiệu lực 7 ngày, lưu để thu hồi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0256" y="123444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C02034"/>
                </a:solidFill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67144" y="868680"/>
            <a:ext cx="1920240" cy="11887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8584" y="9601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C02034"/>
                </a:solidFill>
              </a:rPr>
              <a:t>Đăng xuất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137160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</a:rPr>
              <a:t>xóa refreshToken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95959"/>
                </a:solidFill>
              </a:rPr>
              <a:t>Token hết hạn (00011, 00012): app tự gọi refresh-token rồi phát lại request cũ. Chỉ khi refresh hỏng (00062) mới về màn hình đăng nhập.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3639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Quản trị viên hệ thống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role = admin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Quản lý danh mục, đơn vị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Xem logs, quản lý tài khoản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328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13639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Trưởng nhóm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749039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group.adminId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Thêm, xóa thành viên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Tạo, phân công danh sách đi chợ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97180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31546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136392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Thành viên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749039"/>
            <a:ext cx="2331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Có groupId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Xem, sửa dữ liệu nhóm mình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6"/>
                </a:solidFill>
              </a:rPr>
              <a:t>Hoàn thành việc được giao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8640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95959"/>
                </a:solidFill>
              </a:rPr>
              <a:t>Mật khẩu băm bằng bcrypt · dữ liệu kiểm tra bằng Joi · truy vấn theo groupId nên nhóm này không đọc được dữ liệu nhóm khác.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nghiệp vụ: đăng ký và nhắc hết hạn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4114800" cy="443484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Đăng ký và xác minh email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POST /user: kiểm tra email trùng, băm mật khẩu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04287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Sinh mã 6 số, hết hạn sau 10 phút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0837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Gửi mã qua Gmail SMTP, trả 00035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03903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58183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POST /user/verify-email: sai mã trả 00054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53712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0799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Đăng nhập, nhận access và refresh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868680"/>
            <a:ext cx="4114800" cy="44348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960120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02034"/>
                </a:solidFill>
              </a:rPr>
              <a:t>Nhắc thực phẩm sắp hết hạn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508760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Cron 08:00 mỗi ngày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0" y="2304287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258568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Tìm fridgeitems còn 3 ngày và isNotified = false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3054096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008376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Lấy deviceToken mọi thành viên nhóm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3803903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758183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Gửi lô thông báo qua Expo Push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4553712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507992"/>
            <a:ext cx="3291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2626"/>
                </a:solidFill>
              </a:rPr>
              <a:t>Đặt isNotified = true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440680"/>
            <a:ext cx="8412480" cy="594360"/>
          </a:xfrm>
          <a:prstGeom prst="roundRect">
            <a:avLst>
              <a:gd name="adj" fmla="val 6000"/>
            </a:avLst>
          </a:prstGeom>
          <a:solidFill>
            <a:srgbClr val="E49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440680"/>
            <a:ext cx="8046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</a:rPr>
              <a:t>Cờ isNotified chống nhắc lặp mỗi ngày; sửa expiryDate thì đặt lại về false.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Gợi ý món ăn và thống kê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  <a:latin typeface="Consolas"/>
              </a:rPr>
              <a:t>GET /meal/suggestion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Lấy foodId đang có trong tủ lạnh của nhóm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46888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276148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Tìm recipe có foodId nằm trong danh sách đó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56616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858768"/>
            <a:ext cx="365760" cy="36576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Xếp món dùng thực phẩm gần hết hạn lên đầu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868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2034"/>
                </a:solidFill>
                <a:latin typeface="Consolas"/>
              </a:rPr>
              <a:t>GET /report/*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37160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46304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shopping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Những món đã mua trong khoảng from –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4688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56032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consumption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Thực phẩm đã tiêu thụ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5661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657600"/>
            <a:ext cx="374903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262626"/>
                </a:solidFill>
                <a:latin typeface="Consolas"/>
              </a:rPr>
              <a:t>waste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</a:rPr>
              <a:t>Thực phẩm hết hạn chưa dùng (lãng phí)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709160"/>
            <a:ext cx="84124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9C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804672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49C0F"/>
                </a:solidFill>
              </a:rPr>
              <a:t>Hạn chế đã biết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262626"/>
                </a:solidFill>
              </a:rPr>
              <a:t>Mỗi recipe chỉ gắn một foodId nên chưa xếp hạng theo số nguyên liệu khớp. Hướng mở rộng: thêm ingredients[] vào recipes và tính điểm theo tỷ lệ nguyên liệu có sẵn.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khai, kiểm thử và lộ trình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868680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Tuần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0200" y="868680"/>
            <a:ext cx="7178040" cy="6400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868680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Chốt kiến trúc, dựng repo, tạo MongoDB Atlas, vẽ ERD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18488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18488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Tuần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618488"/>
            <a:ext cx="7178040" cy="6400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618488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Kết nối DB, 10 model, responseCode, middleware, API xác thực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368296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68296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Tuần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0200" y="2368296"/>
            <a:ext cx="7178040" cy="6400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2368296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API nhóm, danh mục, đơn vị, thực phẩm và tải ảnh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118104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118104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Tuần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00200" y="3118104"/>
            <a:ext cx="7178040" cy="6400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3118104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API tủ lạnh, đi chợ, bữa ăn, công thức; triển khai lên Render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67911"/>
            <a:ext cx="1188720" cy="640080"/>
          </a:xfrm>
          <a:prstGeom prst="roundRect">
            <a:avLst>
              <a:gd name="adj" fmla="val 6000"/>
            </a:avLst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67911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</a:rPr>
              <a:t>Tuần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0200" y="3867911"/>
            <a:ext cx="7178040" cy="64008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83080" y="3867911"/>
            <a:ext cx="6858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62626"/>
                </a:solidFill>
              </a:rPr>
              <a:t>Cron nhắc hết hạn, gợi ý món, thống kê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54880"/>
            <a:ext cx="4114800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Kiểm thử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49240"/>
            <a:ext cx="374903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Postman collection là hợp đồng BE – FE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Kiểm thử chéo, ghi vào test-report.md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754880"/>
            <a:ext cx="4114800" cy="12801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194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62626"/>
                </a:solidFill>
              </a:rPr>
              <a:t>Mốc quan trọng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349240"/>
            <a:ext cx="3749039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62626"/>
                </a:solidFill>
              </a:rPr>
              <a:t>Hết tuần 4: triển khai được và test xong bằng Postman.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84124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51560"/>
            <a:ext cx="73152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2034"/>
                </a:solidFill>
              </a:rPr>
              <a:t>Kiến trúc rõ ràng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Node.js + Express phân năm tầng; response và lỗi đồng nhất.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697480"/>
            <a:ext cx="8412480" cy="1600200"/>
          </a:xfrm>
          <a:prstGeom prst="roundRect">
            <a:avLst>
              <a:gd name="adj" fmla="val 6000"/>
            </a:avLst>
          </a:prstGeom>
          <a:solidFill>
            <a:srgbClr val="FB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3291840"/>
            <a:ext cx="457200" cy="45720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73152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2034"/>
                </a:solidFill>
              </a:rPr>
              <a:t>Dữ liệu và API đầy đủ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10 collection, 11 nhóm API; sửa 4 lỗi đặc tả, bổ sung 6 chức năng.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480560"/>
            <a:ext cx="841248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5074920"/>
            <a:ext cx="457200" cy="457200"/>
          </a:xfrm>
          <a:prstGeom prst="ellipse">
            <a:avLst/>
          </a:prstGeom>
          <a:solidFill>
            <a:srgbClr val="C02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617720"/>
            <a:ext cx="731520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2034"/>
                </a:solidFill>
              </a:rPr>
              <a:t>Bước tiếp theo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62626"/>
                </a:solidFill>
              </a:rPr>
              <a:t>Khởi tạo server, tạo MongoDB Atlas và Cloudinary, làm theo lộ trình 8 tuần. Mã nguồn server hiện chưa khởi tạo; đây là bản thiết kế.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21</Words>
  <Application>Microsoft Office PowerPoint</Application>
  <PresentationFormat>On-screen Show (4:3)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Phong TT &amp; QTTH</cp:lastModifiedBy>
  <cp:revision>9</cp:revision>
  <dcterms:created xsi:type="dcterms:W3CDTF">2021-05-28T04:32:29Z</dcterms:created>
  <dcterms:modified xsi:type="dcterms:W3CDTF">2021-05-28T05:44:47Z</dcterms:modified>
</cp:coreProperties>
</file>